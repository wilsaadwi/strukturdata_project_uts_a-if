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Poppins" charset="1" panose="00000500000000000000"/>
      <p:regular r:id="rId18"/>
    </p:embeddedFont>
    <p:embeddedFont>
      <p:font typeface="Poppins Ultra-Bold" charset="1" panose="00000900000000000000"/>
      <p:regular r:id="rId19"/>
    </p:embeddedFont>
    <p:embeddedFont>
      <p:font typeface="Fredoka" charset="1" panose="02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2.pn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23045" y="2447486"/>
            <a:ext cx="5553836" cy="5553836"/>
          </a:xfrm>
          <a:custGeom>
            <a:avLst/>
            <a:gdLst/>
            <a:ahLst/>
            <a:cxnLst/>
            <a:rect r="r" b="b" t="t" l="l"/>
            <a:pathLst>
              <a:path h="5553836" w="5553836">
                <a:moveTo>
                  <a:pt x="0" y="0"/>
                </a:moveTo>
                <a:lnTo>
                  <a:pt x="5553836" y="0"/>
                </a:lnTo>
                <a:lnTo>
                  <a:pt x="5553836" y="5553836"/>
                </a:lnTo>
                <a:lnTo>
                  <a:pt x="0" y="55538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94079" y="1694238"/>
            <a:ext cx="10020682" cy="344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3"/>
              </a:lnSpc>
            </a:pPr>
            <a:r>
              <a:rPr lang="en-US" sz="839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SISTEM ANTREAN PEMINJAMAN BUKU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94079" y="5915975"/>
            <a:ext cx="8626297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Nama :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Cherie Hannanya Limpele       |  2501010047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Wilsa Dwi Amelia Hastiawan   |  2501010009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598915" y="1042987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8455914" y="899987"/>
            <a:ext cx="286001" cy="28600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true" rot="0">
            <a:off x="-3226599" y="8963464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1799360"/>
                </a:moveTo>
                <a:lnTo>
                  <a:pt x="12370599" y="1799360"/>
                </a:lnTo>
                <a:lnTo>
                  <a:pt x="12370599" y="0"/>
                </a:lnTo>
                <a:lnTo>
                  <a:pt x="0" y="0"/>
                </a:lnTo>
                <a:lnTo>
                  <a:pt x="0" y="179936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94079" y="8005125"/>
            <a:ext cx="6208393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Mata Kuliah  :  Struktur Data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D1FF">
                    <a:alpha val="82000"/>
                  </a:srgbClr>
                </a:gs>
                <a:gs pos="50000">
                  <a:srgbClr val="001496">
                    <a:alpha val="82000"/>
                  </a:srgbClr>
                </a:gs>
                <a:gs pos="100000">
                  <a:srgbClr val="000F70">
                    <a:alpha val="82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594739" y="1594239"/>
            <a:ext cx="7098522" cy="7098522"/>
          </a:xfrm>
          <a:custGeom>
            <a:avLst/>
            <a:gdLst/>
            <a:ahLst/>
            <a:cxnLst/>
            <a:rect r="r" b="b" t="t" l="l"/>
            <a:pathLst>
              <a:path h="7098522" w="7098522">
                <a:moveTo>
                  <a:pt x="0" y="0"/>
                </a:moveTo>
                <a:lnTo>
                  <a:pt x="7098522" y="0"/>
                </a:lnTo>
                <a:lnTo>
                  <a:pt x="7098522" y="7098522"/>
                </a:lnTo>
                <a:lnTo>
                  <a:pt x="0" y="70985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798429" y="1460889"/>
            <a:ext cx="4691141" cy="123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7285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Masalah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33326" y="3520355"/>
            <a:ext cx="13821348" cy="429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• Antrean tidak teratur  </a:t>
            </a: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 → Urutan peminjaman tidak jelas karena tidak ada sistem yang mengatur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• </a:t>
            </a: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Tidak adil (bisa lompat antrean)  </a:t>
            </a: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 → Peminjam yang datang lebih awal belum tentu dilayani lebih dulu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• Belum terstruktur  </a:t>
            </a: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 → Data peminjaman masih dicatat secara sederhana sehingga sulit dikelola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6575" y="2321548"/>
            <a:ext cx="5960648" cy="5955134"/>
          </a:xfrm>
          <a:custGeom>
            <a:avLst/>
            <a:gdLst/>
            <a:ahLst/>
            <a:cxnLst/>
            <a:rect r="r" b="b" t="t" l="l"/>
            <a:pathLst>
              <a:path h="5955134" w="5960648">
                <a:moveTo>
                  <a:pt x="0" y="0"/>
                </a:moveTo>
                <a:lnTo>
                  <a:pt x="5960648" y="0"/>
                </a:lnTo>
                <a:lnTo>
                  <a:pt x="5960648" y="5955134"/>
                </a:lnTo>
                <a:lnTo>
                  <a:pt x="0" y="5955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579477" y="3662657"/>
            <a:ext cx="8313971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 yang dibangun menggunakan: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Queue (FIFO) → untuk mengatur urutan antrean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Linked List → untuk penyimpanan data dinamis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9477" y="1114425"/>
            <a:ext cx="9157276" cy="223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25"/>
              </a:lnSpc>
            </a:pPr>
            <a:r>
              <a:rPr lang="en-US" sz="1521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SOLUSI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579477" y="6191397"/>
            <a:ext cx="8169476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Pendekatan ini memungkinkan: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Pengelolaan antrean yang lebih terstruktur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Proses tambah dan hapus data yang efisien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Representasi kondisi nyata secara sederhana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04424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465286" y="7200900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8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055591" y="221707"/>
            <a:ext cx="9650816" cy="9843586"/>
          </a:xfrm>
          <a:custGeom>
            <a:avLst/>
            <a:gdLst/>
            <a:ahLst/>
            <a:cxnLst/>
            <a:rect r="r" b="b" t="t" l="l"/>
            <a:pathLst>
              <a:path h="9843586" w="9650816">
                <a:moveTo>
                  <a:pt x="0" y="0"/>
                </a:moveTo>
                <a:lnTo>
                  <a:pt x="9650816" y="0"/>
                </a:lnTo>
                <a:lnTo>
                  <a:pt x="9650816" y="9843586"/>
                </a:lnTo>
                <a:lnTo>
                  <a:pt x="0" y="98435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36575" y="643940"/>
            <a:ext cx="3402138" cy="80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Flowchart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36575" y="561975"/>
            <a:ext cx="7089534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Implementasi Kode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35585" y="2788278"/>
            <a:ext cx="4876061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 NodePinjam: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def __init__(self, no_antri, id_p, id_b, nama, nim, prodi, judul, tahun, tgl_p, tgl_k):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self.data = { ... }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self.next = None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3230" y="5792463"/>
            <a:ext cx="340213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3779"/>
              </a:lnSpc>
              <a:buAutoNum type="arabicPeriod" startAt="1"/>
            </a:pPr>
            <a:r>
              <a:rPr lang="en-US" b="true" sz="2699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Linked List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35585" y="6514458"/>
            <a:ext cx="4181396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 Linked_List_Perpus: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def __init__(self):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self.head = None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self.storage = []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self.total_antrean = 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1967040"/>
            <a:ext cx="516759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3779"/>
              </a:lnSpc>
              <a:buAutoNum type="arabicPeriod" startAt="1"/>
            </a:pPr>
            <a:r>
              <a:rPr lang="en-US" b="true" sz="2699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Enqueue (Tambah Data)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3230" y="1967040"/>
            <a:ext cx="340213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3779"/>
              </a:lnSpc>
              <a:buAutoNum type="arabicPeriod" startAt="1"/>
            </a:pPr>
            <a:r>
              <a:rPr lang="en-US" b="true" sz="2699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Node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69737" y="2788278"/>
            <a:ext cx="4181396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 tambah_data(...):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self.total_antrean += 1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node_baru = NodePinjam(...)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5792463"/>
            <a:ext cx="516759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3779"/>
              </a:lnSpc>
              <a:buAutoNum type="arabicPeriod" startAt="1"/>
            </a:pPr>
            <a:r>
              <a:rPr lang="en-US" b="true" sz="2699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Dequeue (FIFO)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41499" y="6514458"/>
            <a:ext cx="4181396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 hapus_peminjaman_fifo(self):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data_keluar = self.head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self.head = self.head.next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315911" y="2067182"/>
            <a:ext cx="8691657" cy="5581917"/>
          </a:xfrm>
          <a:custGeom>
            <a:avLst/>
            <a:gdLst/>
            <a:ahLst/>
            <a:cxnLst/>
            <a:rect r="r" b="b" t="t" l="l"/>
            <a:pathLst>
              <a:path h="5581917" w="8691657">
                <a:moveTo>
                  <a:pt x="0" y="0"/>
                </a:moveTo>
                <a:lnTo>
                  <a:pt x="8691657" y="0"/>
                </a:lnTo>
                <a:lnTo>
                  <a:pt x="8691657" y="5581917"/>
                </a:lnTo>
                <a:lnTo>
                  <a:pt x="0" y="55819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36575" y="3365234"/>
            <a:ext cx="6197041" cy="286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Output Menu Tambah Data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408358" y="2157658"/>
            <a:ext cx="10850942" cy="5694705"/>
          </a:xfrm>
          <a:custGeom>
            <a:avLst/>
            <a:gdLst/>
            <a:ahLst/>
            <a:cxnLst/>
            <a:rect r="r" b="b" t="t" l="l"/>
            <a:pathLst>
              <a:path h="5694705" w="10850942">
                <a:moveTo>
                  <a:pt x="0" y="0"/>
                </a:moveTo>
                <a:lnTo>
                  <a:pt x="10850942" y="0"/>
                </a:lnTo>
                <a:lnTo>
                  <a:pt x="10850942" y="5694705"/>
                </a:lnTo>
                <a:lnTo>
                  <a:pt x="0" y="5694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36575" y="3328854"/>
            <a:ext cx="4357113" cy="379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Output Menu Tampil Data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258679" y="3317609"/>
            <a:ext cx="10822563" cy="3623994"/>
          </a:xfrm>
          <a:custGeom>
            <a:avLst/>
            <a:gdLst/>
            <a:ahLst/>
            <a:cxnLst/>
            <a:rect r="r" b="b" t="t" l="l"/>
            <a:pathLst>
              <a:path h="3623994" w="10822563">
                <a:moveTo>
                  <a:pt x="0" y="0"/>
                </a:moveTo>
                <a:lnTo>
                  <a:pt x="10822563" y="0"/>
                </a:lnTo>
                <a:lnTo>
                  <a:pt x="10822563" y="3623994"/>
                </a:lnTo>
                <a:lnTo>
                  <a:pt x="0" y="36239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34416" y="3734118"/>
            <a:ext cx="5504595" cy="286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Output Menu Hapus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119317" y="4420893"/>
            <a:ext cx="10797570" cy="1445213"/>
          </a:xfrm>
          <a:custGeom>
            <a:avLst/>
            <a:gdLst/>
            <a:ahLst/>
            <a:cxnLst/>
            <a:rect r="r" b="b" t="t" l="l"/>
            <a:pathLst>
              <a:path h="1445213" w="10797570">
                <a:moveTo>
                  <a:pt x="0" y="0"/>
                </a:moveTo>
                <a:lnTo>
                  <a:pt x="10797569" y="0"/>
                </a:lnTo>
                <a:lnTo>
                  <a:pt x="10797569" y="1445214"/>
                </a:lnTo>
                <a:lnTo>
                  <a:pt x="0" y="14452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34416" y="3734118"/>
            <a:ext cx="5504595" cy="286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Output Menu Keluar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D1FF">
                    <a:alpha val="86000"/>
                  </a:srgbClr>
                </a:gs>
                <a:gs pos="50000">
                  <a:srgbClr val="001496">
                    <a:alpha val="86000"/>
                  </a:srgbClr>
                </a:gs>
                <a:gs pos="100000">
                  <a:srgbClr val="000F70">
                    <a:alpha val="86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39908" y="2165933"/>
            <a:ext cx="6608184" cy="6602071"/>
          </a:xfrm>
          <a:custGeom>
            <a:avLst/>
            <a:gdLst/>
            <a:ahLst/>
            <a:cxnLst/>
            <a:rect r="r" b="b" t="t" l="l"/>
            <a:pathLst>
              <a:path h="6602071" w="6608184">
                <a:moveTo>
                  <a:pt x="0" y="0"/>
                </a:moveTo>
                <a:lnTo>
                  <a:pt x="6608184" y="0"/>
                </a:lnTo>
                <a:lnTo>
                  <a:pt x="6608184" y="6602071"/>
                </a:lnTo>
                <a:lnTo>
                  <a:pt x="0" y="66020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34573" y="2771339"/>
            <a:ext cx="12597633" cy="1326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4"/>
              </a:lnSpc>
            </a:pPr>
            <a:r>
              <a:rPr lang="en-US" sz="905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Kesimpulan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57122" y="4507801"/>
            <a:ext cx="10973757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Sistem antrean berhasil diimplementasikan menggunakan konsep Queue (FIFO)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Data peminjaman dapat dikelola secara terstruktur dengan Linked List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Proses tambah, tampil, dan hapus data berjalan sesuai alur sistem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Sistem mampu merepresentasikan antrean perpustakaan secara sederhana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496029" y="8806749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93260" y="2321103"/>
            <a:ext cx="7045104" cy="5829824"/>
          </a:xfrm>
          <a:custGeom>
            <a:avLst/>
            <a:gdLst/>
            <a:ahLst/>
            <a:cxnLst/>
            <a:rect r="r" b="b" t="t" l="l"/>
            <a:pathLst>
              <a:path h="5829824" w="7045104">
                <a:moveTo>
                  <a:pt x="0" y="0"/>
                </a:moveTo>
                <a:lnTo>
                  <a:pt x="7045104" y="0"/>
                </a:lnTo>
                <a:lnTo>
                  <a:pt x="7045104" y="5829823"/>
                </a:lnTo>
                <a:lnTo>
                  <a:pt x="0" y="58298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88975" y="2816667"/>
            <a:ext cx="7146742" cy="419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600"/>
              </a:lnSpc>
            </a:pPr>
            <a:r>
              <a:rPr lang="en-US" sz="15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AutoShape 9" id="9"/>
          <p:cNvSpPr/>
          <p:nvPr/>
        </p:nvSpPr>
        <p:spPr>
          <a:xfrm>
            <a:off x="-5590449" y="925830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9984383" y="9115299"/>
            <a:ext cx="286001" cy="28600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DAHHfVjuMl4</dc:identifier>
  <dcterms:modified xsi:type="dcterms:W3CDTF">2011-08-01T06:04:30Z</dcterms:modified>
  <cp:revision>1</cp:revision>
  <dc:title>Sistem Antrean Peminjaman Buku </dc:title>
</cp:coreProperties>
</file>